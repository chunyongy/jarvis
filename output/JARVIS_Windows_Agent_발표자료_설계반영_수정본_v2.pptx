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64509ee93045d2" /><Relationship Type="http://schemas.openxmlformats.org/officeDocument/2006/relationships/extended-properties" Target="/docProps/app.xml" Id="R38fbd7191b014740" /><Relationship Type="http://schemas.openxmlformats.org/officeDocument/2006/relationships/officeDocument" Target="/ppt/presentation.xml" Id="R7f08e38719444f08" /></Relationships>
</file>

<file path=ppt/presentation.xml><?xml version="1.0" encoding="utf-8"?>
<p:presentation xmlns:p="http://schemas.openxmlformats.org/presentationml/2006/main">
  <p:sldMasterIdLst>
    <p:sldMasterId xmlns:r="http://schemas.openxmlformats.org/officeDocument/2006/relationships" id="2147483648" r:id="R2cb2a76b2ede4836"/>
  </p:sldMasterIdLst>
  <p:notesMasterIdLst>
    <p:notesMasterId xmlns:r="http://schemas.openxmlformats.org/officeDocument/2006/relationships" r:id="R4043204507d24834"/>
  </p:notesMasterIdLst>
  <p:sldIdLst>
    <p:sldId xmlns:r="http://schemas.openxmlformats.org/officeDocument/2006/relationships" id="256" r:id="R484cc517ac6d465e"/>
    <p:sldId xmlns:r="http://schemas.openxmlformats.org/officeDocument/2006/relationships" id="257" r:id="Rd919c75855ea4022"/>
    <p:sldId xmlns:r="http://schemas.openxmlformats.org/officeDocument/2006/relationships" id="258" r:id="R6fbf6bfdd3ba47ee"/>
    <p:sldId xmlns:r="http://schemas.openxmlformats.org/officeDocument/2006/relationships" id="259" r:id="R9634a79252ed40df"/>
    <p:sldId xmlns:r="http://schemas.openxmlformats.org/officeDocument/2006/relationships" id="260" r:id="R6ebb20d3c1004cc0"/>
    <p:sldId xmlns:r="http://schemas.openxmlformats.org/officeDocument/2006/relationships" id="261" r:id="R52b62f9cefa34d39"/>
    <p:sldId xmlns:r="http://schemas.openxmlformats.org/officeDocument/2006/relationships" id="262" r:id="Rf4ccd86eb079453e"/>
    <p:sldId xmlns:r="http://schemas.openxmlformats.org/officeDocument/2006/relationships" id="263" r:id="R9b4d181ec78e45ba"/>
    <p:sldId xmlns:r="http://schemas.openxmlformats.org/officeDocument/2006/relationships" id="264" r:id="Recdbac4b031d432a"/>
    <p:sldId xmlns:r="http://schemas.openxmlformats.org/officeDocument/2006/relationships" id="265" r:id="R2a1193c3aeb647c8"/>
    <p:sldId xmlns:r="http://schemas.openxmlformats.org/officeDocument/2006/relationships" id="266" r:id="Re33fd8da946f4013"/>
    <p:sldId xmlns:r="http://schemas.openxmlformats.org/officeDocument/2006/relationships" id="267" r:id="R574273b07dbf4cbe"/>
    <p:sldId xmlns:r="http://schemas.openxmlformats.org/officeDocument/2006/relationships" id="268" r:id="Rdecc7158767b475e"/>
    <p:sldId xmlns:r="http://schemas.openxmlformats.org/officeDocument/2006/relationships" id="269" r:id="Rce1e4d9823414697"/>
    <p:sldId xmlns:r="http://schemas.openxmlformats.org/officeDocument/2006/relationships" id="270" r:id="R74082ac6564948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637bb86eed43fe" /><Relationship Type="http://schemas.openxmlformats.org/officeDocument/2006/relationships/slideMaster" Target="/ppt/slideMasters/slideMaster1.xml" Id="R2cb2a76b2ede4836" /><Relationship Type="http://schemas.openxmlformats.org/officeDocument/2006/relationships/notesMaster" Target="/ppt/notesMasters/notesMaster1.xml" Id="R4043204507d24834" /><Relationship Type="http://schemas.openxmlformats.org/officeDocument/2006/relationships/presProps" Target="/ppt/presProps.xml" Id="R9d9e382c36fb4485" /><Relationship Type="http://schemas.openxmlformats.org/officeDocument/2006/relationships/tableStyles" Target="/ppt/tableStyles.xml" Id="Rc37779523d6b4b9c" /><Relationship Type="http://schemas.openxmlformats.org/officeDocument/2006/relationships/slide" Target="/ppt/slides/slide1.xml" Id="R484cc517ac6d465e" /><Relationship Type="http://schemas.openxmlformats.org/officeDocument/2006/relationships/slide" Target="/ppt/slides/slide2.xml" Id="Rd919c75855ea4022" /><Relationship Type="http://schemas.openxmlformats.org/officeDocument/2006/relationships/slide" Target="/ppt/slides/slide3.xml" Id="R6fbf6bfdd3ba47ee" /><Relationship Type="http://schemas.openxmlformats.org/officeDocument/2006/relationships/slide" Target="/ppt/slides/slide4.xml" Id="R9634a79252ed40df" /><Relationship Type="http://schemas.openxmlformats.org/officeDocument/2006/relationships/slide" Target="/ppt/slides/slide5.xml" Id="R6ebb20d3c1004cc0" /><Relationship Type="http://schemas.openxmlformats.org/officeDocument/2006/relationships/slide" Target="/ppt/slides/slide6.xml" Id="R52b62f9cefa34d39" /><Relationship Type="http://schemas.openxmlformats.org/officeDocument/2006/relationships/slide" Target="/ppt/slides/slide7.xml" Id="Rf4ccd86eb079453e" /><Relationship Type="http://schemas.openxmlformats.org/officeDocument/2006/relationships/slide" Target="/ppt/slides/slide8.xml" Id="R9b4d181ec78e45ba" /><Relationship Type="http://schemas.openxmlformats.org/officeDocument/2006/relationships/slide" Target="/ppt/slides/slide9.xml" Id="Recdbac4b031d432a" /><Relationship Type="http://schemas.openxmlformats.org/officeDocument/2006/relationships/slide" Target="/ppt/slides/slide10.xml" Id="R2a1193c3aeb647c8" /><Relationship Type="http://schemas.openxmlformats.org/officeDocument/2006/relationships/slide" Target="/ppt/slides/slide11.xml" Id="Re33fd8da946f4013" /><Relationship Type="http://schemas.openxmlformats.org/officeDocument/2006/relationships/slide" Target="/ppt/slides/slide12.xml" Id="R574273b07dbf4cbe" /><Relationship Type="http://schemas.openxmlformats.org/officeDocument/2006/relationships/slide" Target="/ppt/slides/slide13.xml" Id="Rdecc7158767b475e" /><Relationship Type="http://schemas.openxmlformats.org/officeDocument/2006/relationships/slide" Target="/ppt/slides/slide14.xml" Id="Rce1e4d9823414697" /><Relationship Type="http://schemas.openxmlformats.org/officeDocument/2006/relationships/slide" Target="/ppt/slides/slide15.xml" Id="R74082ac6564948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133f158c9341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6c00e3947747b2" /><Relationship Type="http://schemas.openxmlformats.org/officeDocument/2006/relationships/notesMaster" Target="/ppt/notesMasters/notesMaster1.xml" Id="R9bdb96c7cf7a40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e20dcf0bfd43af" /><Relationship Type="http://schemas.openxmlformats.org/officeDocument/2006/relationships/notesMaster" Target="/ppt/notesMasters/notesMaster1.xml" Id="R07813352282f44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b82a335b104e25" /><Relationship Type="http://schemas.openxmlformats.org/officeDocument/2006/relationships/notesMaster" Target="/ppt/notesMasters/notesMaster1.xml" Id="R95952c1eff9345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d7180f7db64f12" /><Relationship Type="http://schemas.openxmlformats.org/officeDocument/2006/relationships/notesMaster" Target="/ppt/notesMasters/notesMaster1.xml" Id="R0bd01b86945349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282c69173442a7" /><Relationship Type="http://schemas.openxmlformats.org/officeDocument/2006/relationships/notesMaster" Target="/ppt/notesMasters/notesMaster1.xml" Id="R1efaae41c7394b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19dd1cc07c43bd" /><Relationship Type="http://schemas.openxmlformats.org/officeDocument/2006/relationships/notesMaster" Target="/ppt/notesMasters/notesMaster1.xml" Id="R4c1769efba44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155c0a02b14f37" /><Relationship Type="http://schemas.openxmlformats.org/officeDocument/2006/relationships/notesMaster" Target="/ppt/notesMasters/notesMaster1.xml" Id="R4446985965794a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ef0d1ec9b941f3" /><Relationship Type="http://schemas.openxmlformats.org/officeDocument/2006/relationships/notesMaster" Target="/ppt/notesMasters/notesMaster1.xml" Id="R5693fe5c292843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f05ea05c944ea2" /><Relationship Type="http://schemas.openxmlformats.org/officeDocument/2006/relationships/notesMaster" Target="/ppt/notesMasters/notesMaster1.xml" Id="R188a53b9bf7647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7ca98564bf4669" /><Relationship Type="http://schemas.openxmlformats.org/officeDocument/2006/relationships/notesMaster" Target="/ppt/notesMasters/notesMaster1.xml" Id="R40c3f688c75247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9c7f5ac0aa4154" /><Relationship Type="http://schemas.openxmlformats.org/officeDocument/2006/relationships/notesMaster" Target="/ppt/notesMasters/notesMaster1.xml" Id="R0c52e133f2844a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282cbcdcc148cb" /><Relationship Type="http://schemas.openxmlformats.org/officeDocument/2006/relationships/notesMaster" Target="/ppt/notesMasters/notesMaster1.xml" Id="R1155ecf410974d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efa8d880974477" /><Relationship Type="http://schemas.openxmlformats.org/officeDocument/2006/relationships/notesMaster" Target="/ppt/notesMasters/notesMaster1.xml" Id="Rb747204a801d44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382a07b5eb4957" /><Relationship Type="http://schemas.openxmlformats.org/officeDocument/2006/relationships/notesMaster" Target="/ppt/notesMasters/notesMaster1.xml" Id="R5d03bb8e0dca4e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0fcb2c0b604230" /><Relationship Type="http://schemas.openxmlformats.org/officeDocument/2006/relationships/notesMaster" Target="/ppt/notesMasters/notesMaster1.xml" Id="R65998b7fc40343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762 통과, 3 건너뜀, 코드 줄 기준 83%입니다. 그러나 코드 서명, VM 50셀, 실제 음성·Hello, 참가자 실험은 외부 조건이 필요합니다. 따라서 완성품과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8e0e5fbdce4a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b820ae1ef74f47" /><Relationship Type="http://schemas.openxmlformats.org/officeDocument/2006/relationships/slideLayout" Target="/ppt/slideLayouts/slideLayout1.xml" Id="Rcf5d494bd5e94c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5d494bd5e94c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2658d0839242bc" /><Relationship Type="http://schemas.openxmlformats.org/officeDocument/2006/relationships/notesSlide" Target="/ppt/notesSlides/notesSlide1.xml" Id="Rccbe92cab80e49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bc41a251a74835" /><Relationship Type="http://schemas.openxmlformats.org/officeDocument/2006/relationships/notesSlide" Target="/ppt/notesSlides/notesSlide2.xml" Id="R6f94a65f279a43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7b4aae740e4f82" /><Relationship Type="http://schemas.openxmlformats.org/officeDocument/2006/relationships/notesSlide" Target="/ppt/notesSlides/notesSlide3.xml" Id="Ra3f93e18b67f4f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14868e2eef4225" /><Relationship Type="http://schemas.openxmlformats.org/officeDocument/2006/relationships/notesSlide" Target="/ppt/notesSlides/notesSlide4.xml" Id="Rf30c83309b6d4f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36ff7f2a484223" /><Relationship Type="http://schemas.openxmlformats.org/officeDocument/2006/relationships/notesSlide" Target="/ppt/notesSlides/notesSlide5.xml" Id="R0324f6d63c4f47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9a2d4d21dd49f0" /><Relationship Type="http://schemas.openxmlformats.org/officeDocument/2006/relationships/notesSlide" Target="/ppt/notesSlides/notesSlide6.xml" Id="R87ddd940306e49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f6ddc5f744777" /><Relationship Type="http://schemas.openxmlformats.org/officeDocument/2006/relationships/notesSlide" Target="/ppt/notesSlides/notesSlide7.xml" Id="R39877afe84904e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2c120f89ee4ba1" /><Relationship Type="http://schemas.openxmlformats.org/officeDocument/2006/relationships/notesSlide" Target="/ppt/notesSlides/notesSlide8.xml" Id="R557a53c38f534c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5a274997a44e38" /><Relationship Type="http://schemas.openxmlformats.org/officeDocument/2006/relationships/notesSlide" Target="/ppt/notesSlides/notesSlide9.xml" Id="Rf5974d93be2243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cf881ab7eb42f9" /><Relationship Type="http://schemas.openxmlformats.org/officeDocument/2006/relationships/notesSlide" Target="/ppt/notesSlides/notesSlide10.xml" Id="R2f3def780a8b42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016b6b4c89472a" /><Relationship Type="http://schemas.openxmlformats.org/officeDocument/2006/relationships/notesSlide" Target="/ppt/notesSlides/notesSlide11.xml" Id="Rec9cfc6f69b246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f5c38dfd8c4571" /><Relationship Type="http://schemas.openxmlformats.org/officeDocument/2006/relationships/notesSlide" Target="/ppt/notesSlides/notesSlide12.xml" Id="Rc0a3d16c24bd4a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8b9c8565774f0b" /><Relationship Type="http://schemas.openxmlformats.org/officeDocument/2006/relationships/notesSlide" Target="/ppt/notesSlides/notesSlide13.xml" Id="Rc128090849f148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b8541d6ce1455b" /><Relationship Type="http://schemas.openxmlformats.org/officeDocument/2006/relationships/notesSlide" Target="/ppt/notesSlides/notesSlide14.xml" Id="R6f7d030c79084b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775e08915e54135" /><Relationship Type="http://schemas.openxmlformats.org/officeDocument/2006/relationships/notesSlide" Target="/ppt/notesSlides/notesSlide15.xml" Id="R423ad875cc7543f0"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LISTEN</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UNDERSTAND</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DECIDE</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ACT</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VERIFY</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STT가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Intent–Risk–Execution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40E5486C-9B21-4F7C-AF3E-0863941F9849}"/>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0955A2A-AEC5-4CEC-A026-3C0228A573C2}"/>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D30B7D25-B869-4EF0-80C4-985D5B4060ED}"/>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26A31A83-4C60-453A-A0AD-87B18F1074E1}"/>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4B2618C4-D4AE-4C11-B18B-910630CE62EB}"/>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30A9B757-83D1-44E2-B3C7-4202AA289427}"/>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4998A71-D3BE-49F2-997C-D9782BE7A3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B9AE73-B7EB-4B68-ADBB-C1DDB2ACAC45}"/>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9604B623-9B54-4B87-BB7D-A9A7C286423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628A355D-6EB8-4ED2-A5B1-F511D9437BF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16BC1633-5D77-445B-9F7A-9D5FB4BABDF8}"/>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6" name="">
            <a:extLst xmlns:a="http://schemas.openxmlformats.org/drawingml/2006/main">
              <a:ext uri="{FF2B5EF4-FFF2-40B4-BE49-F238E27FC236}">
                <a16:creationId xmlns:a16="http://schemas.microsoft.com/office/drawing/2014/main" id="{107DD11B-A567-4439-9D5D-A54A227F8B54}"/>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7" name="">
            <a:extLst xmlns:a="http://schemas.openxmlformats.org/drawingml/2006/main">
              <a:ext uri="{FF2B5EF4-FFF2-40B4-BE49-F238E27FC236}">
                <a16:creationId xmlns:a16="http://schemas.microsoft.com/office/drawing/2014/main" id="{C814C5A0-3D61-4EA8-80CA-5BCE074ACED8}"/>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8" name="">
            <a:extLst xmlns:a="http://schemas.openxmlformats.org/drawingml/2006/main">
              <a:ext uri="{FF2B5EF4-FFF2-40B4-BE49-F238E27FC236}">
                <a16:creationId xmlns:a16="http://schemas.microsoft.com/office/drawing/2014/main" id="{39B5602D-D673-43AC-8B37-72EF72C79A8C}"/>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9" name="">
            <a:extLst xmlns:a="http://schemas.openxmlformats.org/drawingml/2006/main">
              <a:ext uri="{FF2B5EF4-FFF2-40B4-BE49-F238E27FC236}">
                <a16:creationId xmlns:a16="http://schemas.microsoft.com/office/drawing/2014/main" id="{1008177E-4F90-4B51-9415-A185EF694B36}"/>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0" name="">
            <a:extLst xmlns:a="http://schemas.openxmlformats.org/drawingml/2006/main">
              <a:ext uri="{FF2B5EF4-FFF2-40B4-BE49-F238E27FC236}">
                <a16:creationId xmlns:a16="http://schemas.microsoft.com/office/drawing/2014/main" id="{883F873A-0A6E-4118-A932-B36CA282B370}"/>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11" name="">
            <a:extLst xmlns:a="http://schemas.openxmlformats.org/drawingml/2006/main">
              <a:ext uri="{FF2B5EF4-FFF2-40B4-BE49-F238E27FC236}">
                <a16:creationId xmlns:a16="http://schemas.microsoft.com/office/drawing/2014/main" id="{E32F94EA-4F60-4D28-A835-3093A6DD7A70}"/>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2" name="">
            <a:extLst xmlns:a="http://schemas.openxmlformats.org/drawingml/2006/main">
              <a:ext uri="{FF2B5EF4-FFF2-40B4-BE49-F238E27FC236}">
                <a16:creationId xmlns:a16="http://schemas.microsoft.com/office/drawing/2014/main" id="{E95332A8-DB71-494D-8814-63284BF795C0}"/>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3" name="">
            <a:extLst xmlns:a="http://schemas.openxmlformats.org/drawingml/2006/main">
              <a:ext uri="{FF2B5EF4-FFF2-40B4-BE49-F238E27FC236}">
                <a16:creationId xmlns:a16="http://schemas.microsoft.com/office/drawing/2014/main" id="{D4A1FFFC-26A0-4F2F-B78E-024EFCC8CF08}"/>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4" name="">
            <a:extLst xmlns:a="http://schemas.openxmlformats.org/drawingml/2006/main">
              <a:ext uri="{FF2B5EF4-FFF2-40B4-BE49-F238E27FC236}">
                <a16:creationId xmlns:a16="http://schemas.microsoft.com/office/drawing/2014/main" id="{8D62B396-64CD-47ED-8C36-D8691A02493F}"/>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9846A726-E5A4-4785-919C-422E612D1670}"/>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C3D1AF6B-4AC3-4B88-B309-486EE79036EB}"/>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10EE1756-D135-4391-BE49-A6C4D593CB43}"/>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90AF3546-F789-4D6A-B0B2-40E5567BD650}"/>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E08CFEA3-BA7F-48C9-A9F0-4F5F6031CAAD}"/>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6508527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4DE97B2-EB6A-4516-96C5-89D811041E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9DC1BE-6201-4AFE-A712-5C3166550DC1}"/>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LLM의 성능을 바꾸는 경로</a:t>
            </a:r>
          </a:p>
        </p:txBody>
      </p:sp>
      <p:sp>
        <p:nvSpPr>
          <p:cNvPr id="3" name="">
            <a:extLst xmlns:a="http://schemas.openxmlformats.org/drawingml/2006/main">
              <a:ext uri="{FF2B5EF4-FFF2-40B4-BE49-F238E27FC236}">
                <a16:creationId xmlns:a16="http://schemas.microsoft.com/office/drawing/2014/main" id="{478C5801-DFE4-41F2-8A07-C3DF46967AF0}"/>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66CC1351-B6AB-4193-B988-3817F700057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3C8E9005-BF7C-452F-9009-98D718AD5008}"/>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C9AA471C-0AAF-42EC-9FEC-DB5E4E6E6351}"/>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ACD96707-FBC1-425A-BAFF-75865801D2DD}"/>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7E0E98B8-E538-4558-B76A-DB87843C5EC5}"/>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1FA9947E-CCDF-40F1-8064-E05B7607FAAE}"/>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B96593FD-51E8-401D-A63A-F31623EA6468}"/>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2DD27111-39CE-4DE8-94FC-C2E20A8B0D4D}"/>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3F2FCB92-AE3E-4A36-B911-6E7962AC0BEC}"/>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F0C50BA1-A58A-465D-B7B9-1566432E854F}"/>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3D3AAE97-C7D5-4032-9DEC-671CF65131FA}"/>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1BF44522-4A09-482D-84C9-8086FFD514D7}"/>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FD21CD9A-F9A6-40B8-8490-583491AA8D37}"/>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E5A1515F-E219-40B1-B77B-D9EB5E8A2BB5}"/>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D0E2DBA7-A8DD-4367-BD8B-601A2FCB19F1}"/>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25F742B2-167F-4A7F-AB8F-571754D44207}"/>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6331DC54-3D25-438D-ACE0-7DFC4FFC89EF}"/>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B25500FB-204E-4BC3-83D5-5F341CAD05A4}"/>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A8CC2E8D-F419-47F7-9698-E8586CF0BFF1}"/>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02D5E169-F7B6-4BB0-9780-2DEA38067D8F}"/>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59839E57-4324-4839-BD92-5CEA1F780BF6}"/>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170AFD78-265A-42ED-BB4C-782ECB036A91}"/>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ABEA1B9A-C2A2-42D6-9DAA-E3B0485FEDE3}"/>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183E57BC-E397-47DE-B63F-EF35E50B6067}"/>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FB46630A-C6B1-4BE7-A52B-98CB16FEDFC9}"/>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2A47DAB9-26E0-4C67-985E-505D9CEB559D}"/>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51811801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8DE7DD-0E9C-454C-B229-3BCDF4B004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BB0C7-9779-4CBA-97D3-0F756CD1619C}"/>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EF01B4FD-C0FE-40D6-A098-061DCF4332F3}"/>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6CF89717-25B1-4EBB-B29A-967A83576151}"/>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4B25DAA4-F12D-43BB-9D2B-1D2B2BC8AE2B}"/>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13031454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216B219-46A7-40CA-9A45-6719368692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EC5734-76B9-48BA-AC03-4667ACE070C1}"/>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C938C8E9-4A55-4E0B-9CCC-DCD7868974A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46504EEB-9805-4C17-8744-0FF2BFA8DB72}"/>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867568BD-F359-481A-A9B0-397E5E0878F3}"/>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6B298F41-1102-40EB-9606-AA341DA6C4E0}"/>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93E05E31-B2AB-4122-A657-E0960D4E0BC6}"/>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28D948B4-B796-4192-939B-D317423D6AB2}"/>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79B0188A-1205-4C0B-BB7B-EE3C638D4508}"/>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C764A452-9854-4C91-B14F-F169F9988131}"/>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7258DAC8-A484-4B06-BE8C-54CE36A7F9B5}"/>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90BA87F0-DFD3-4475-820C-34E7D148E330}"/>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A1A59FBE-4379-490D-ADAC-65C9D07287A9}"/>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5452BB20-8B5B-47F7-9E7D-BAD348C94CD8}"/>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01F65E45-4213-40EE-A5AB-D0F43C65930E}"/>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FA7E1DCF-EEFE-46E3-95EF-FD86E0262180}"/>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C8D77AFC-A181-4FD8-8402-A1E597E3B141}"/>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BBCFE44B-F6F0-4E60-AB92-0D33C8A5D8D2}"/>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8C47866F-B117-43A1-B918-94D08D85EB1B}"/>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D709062A-30BD-42AD-A3E9-9DF292F14F00}"/>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CE941214-5D37-48F3-8860-7E9B6868FEFB}"/>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11812014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852F37-A81D-4759-9DC6-79D940C54C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62ACC4-49B5-4A59-8750-8D619B1A62AD}"/>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BF3E97D1-9F80-4D02-8DEA-DF9795C654BB}"/>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6135B2FF-2750-4B75-A79B-0A1DF5BC0F3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AED3FF03-2438-40EA-9009-B954E01A12A9}"/>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8D3140A2-5B65-43A5-BA76-68821436FFEF}"/>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로컬 중단, 기억 검색, 배포 패키지</a:t>
            </a:r>
          </a:p>
        </p:txBody>
      </p:sp>
      <p:sp>
        <p:nvSpPr>
          <p:cNvPr id="7" name="">
            <a:extLst xmlns:a="http://schemas.openxmlformats.org/drawingml/2006/main">
              <a:ext uri="{FF2B5EF4-FFF2-40B4-BE49-F238E27FC236}">
                <a16:creationId xmlns:a16="http://schemas.microsoft.com/office/drawing/2014/main" id="{29D8CFB5-8081-49A3-A2FB-3B0648F58D66}"/>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47FBECBC-B3C5-4FE6-B164-05F20A9D1311}"/>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전체 회귀 762 통과, 3 건너뜀</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코드 줄 기준 시험 범위 83%</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시스템 점검 15/15 통과</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제품 서비스 13개 기능 조립 성공</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벤치마크 70/120 셀 수집</a:t>
            </a:r>
          </a:p>
        </p:txBody>
      </p:sp>
      <p:sp>
        <p:nvSpPr>
          <p:cNvPr id="9" name="">
            <a:extLst xmlns:a="http://schemas.openxmlformats.org/drawingml/2006/main">
              <a:ext uri="{FF2B5EF4-FFF2-40B4-BE49-F238E27FC236}">
                <a16:creationId xmlns:a16="http://schemas.microsoft.com/office/drawing/2014/main" id="{3AE6DD53-9CA3-4ACD-AEB1-FB4136C3273D}"/>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D89D16BD-8226-4D43-BBB0-A242B3DC175C}"/>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9C6C7DFC-9A35-4ACD-A89E-68D65738A1B0}"/>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70299DA6-460A-4E4F-B750-B4E2D895D938}"/>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181644334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D5C9F97-D114-40C5-AFC9-BB7AFB01E0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584A9D-3661-4D37-98AE-74675A277B7A}"/>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B53DF822-39E8-4943-AEF7-7553331B9A8B}"/>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D806F79C-3237-4F95-8B79-CDB90BCEF7D4}"/>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8B7DEE44-51D9-42D9-85E8-88EA1F0FFEE4}"/>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A8455C49-8815-4780-8929-3CCA34F9905F}"/>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A7622341-BFEC-45A5-870C-13463788FBAC}"/>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3BE793A0-0A68-47EC-A9F6-682A2A40F0C8}"/>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E1D66015-3984-466C-BB78-A323D1D79138}"/>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4B0F8DEA-66A1-415B-BEEF-5B251213ED5B}"/>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1B409C3A-7CB1-4520-B7C5-78E8B538F5E3}"/>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C6A2D206-7258-4144-9BC7-5276DB6B4A85}"/>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245E3AB0-816A-48B7-AC69-EEF7FC7F3AC6}"/>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6966110C-6690-467F-A140-0D7113FFF789}"/>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C241CBF1-A833-4957-BAA1-593256F9063C}"/>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97EFA719-EE98-4AE0-8171-75B39069FC4F}"/>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F6F48DED-7978-40A2-ABF2-533D28386596}"/>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033B4B12-E60F-4BAB-9AAC-2C9034EB4DC9}"/>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95402072-38B5-4BBA-BC2E-289D8F454116}"/>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034DE7D4-0885-4AB2-BCF0-1B1046B1495E}"/>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40080F87-AACC-4C50-8943-B9C82F40DEC3}"/>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89678AAC-CEE9-46A1-9C07-D6474A142386}"/>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79B732C0-2AC4-4E3B-8FCF-164A1A4CC28C}"/>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9EF511F2-4C4D-400A-8858-444D60A8A2BD}"/>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B92010EB-0B19-4DE9-94A3-6940B31774EF}"/>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ACC31AE2-0822-40E4-B215-D0628D167AC8}"/>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BF9D5F3F-5EE5-4A63-93DB-4D6C2830A6C8}"/>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1051384616"/>
      </p:ext>
    </p:extLst>
  </p:cSld>
</p:sld>
</file>

<file path=ppt/slides/slide15.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2026-10-05T22:05:00.8440000Z</dcterms:created>
  <dcterms:modified xsi:type="dcterms:W3CDTF">2026-10-05T22:05:00.8440000Z</dcterms:modified>
</coreProperties>
</file>